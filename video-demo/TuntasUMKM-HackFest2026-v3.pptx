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UMKM menerima pesanan dari berbagai channel. Automation dapat membantu — tetapi keputusan transaksional membutuhkan kontrol yang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menggunakan AI Agent untuk bagian yang membutuhkan tool use, tetapi mempertahankan human approval pada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 Agent menjadi reasoning dan tool-use runtime. MCP menjadi capability boundary untuk tools yang diberikan kepada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memiliki kewenangan yang dibatasi. Transaction authority tetap berada pada backend +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approval bukan sekadar UI decoration. Approval adalah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Keempat tools tersebut AVAILABLE. Tidak semua tools dipanggil pada setiap workflow. Agent memilih tools yang diperlukan berdasarkan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trail: agent create_draft, human APPROVE_ORDER, agent DEDUCT_STOCK, agent NOTIFY_CUSTOMER.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 mencatat bukan hanya apa yang terjadi, tetapi juga actor yang tercatat pada setiap tahap.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designed around bounded authority, human approval,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bukan sekadar chatbot yang menghasilkan teks.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dibuat oleh agent. Keputusan transaksi tetap berada pada manusia. Efek bisnis dijalankan backend setelah approval. Dan seluruh proses dicatat dalam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</a:defRPr>
            </a:pPr>
            <a:r>
              <a:t>AI Agent-assisted order management</a:t>
            </a:r>
            <a:br/>
            <a:r>
              <a:t>with bounded authority and Human-in-the-Loop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UMKM menerima pesanan dari berbagai channel — WhatsApp, Instagram, Tokopedia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Automation dapat membantu memahami dan menyiapkan pesanan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Keputusan transaksional membutuhkan kontrol yang jelas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AI chatbot biasa menghasilkan jawaban, bukan menjalankan workflow bisnis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Customer</a:t>
            </a:r>
          </a:p>
        </p:txBody>
      </p:sp>
      <p:sp>
        <p:nvSpPr>
          <p:cNvPr id="4" name="Down Arrow 3"/>
          <p:cNvSpPr/>
          <p:nvPr/>
        </p:nvSpPr>
        <p:spPr>
          <a:xfrm>
            <a:off x="2148840" y="237744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69748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6" name="Down Arrow 5"/>
          <p:cNvSpPr/>
          <p:nvPr/>
        </p:nvSpPr>
        <p:spPr>
          <a:xfrm>
            <a:off x="2148840" y="324612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56616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B5CF6"/>
                </a:solidFill>
              </a:defRPr>
            </a:pPr>
            <a:r>
              <a:t>MCP</a:t>
            </a:r>
          </a:p>
        </p:txBody>
      </p:sp>
      <p:sp>
        <p:nvSpPr>
          <p:cNvPr id="8" name="Down Arrow 7"/>
          <p:cNvSpPr/>
          <p:nvPr/>
        </p:nvSpPr>
        <p:spPr>
          <a:xfrm>
            <a:off x="2148840" y="411480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4434840"/>
            <a:ext cx="237744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4B8A6"/>
                </a:solidFill>
              </a:defRPr>
            </a:pPr>
            <a:r>
              <a:t>Bounded Tools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148840" y="498348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530352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59E0B"/>
                </a:solidFill>
              </a:defRPr>
            </a:pPr>
            <a:r>
              <a:t>Order Draft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48840" y="5852160"/>
            <a:ext cx="274320" cy="32004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61722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97316"/>
                </a:solidFill>
              </a:defRPr>
            </a:pPr>
            <a:r>
              <a:t>Human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6858000" cy="201168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Available to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6888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✓ search_catalog</a:t>
            </a:r>
            <a:br/>
            <a:r>
              <a:t>✓ check_inventory</a:t>
            </a:r>
            <a:br/>
            <a:r>
              <a:t>✓ calculate_order_total</a:t>
            </a:r>
            <a:br/>
            <a:r>
              <a:t>✓ create_order_draft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114800"/>
            <a:ext cx="6858000" cy="201168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2976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Not Exposed to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5488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</a:defRPr>
            </a:pPr>
            <a:r>
              <a:t>✕ approve_order</a:t>
            </a:r>
            <a:br/>
            <a:r>
              <a:t>✕ reject_order</a:t>
            </a:r>
            <a:br/>
            <a:r>
              <a:t>✕ deduct_stock</a:t>
            </a:r>
            <a:br/>
            <a:r>
              <a:t>✕ send_customer_message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64008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C55E"/>
                </a:solidFill>
              </a:defRPr>
            </a:pPr>
            <a: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64008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Bounded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Available: search_catalog, check_inventory, calculate_order_total, create_order_draft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Not Available: approve_order, reject_order, deduct_stock, send_customer_message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Agent tidak memiliki capability langsung untuk melakukan transaksi berisiko tinggi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Agent membuat draft order (status: pending_approval)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Human melihat confirmation dialog dengan detail order dan konsekuensi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Human melakukan approval melalui dashboard UI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Backend menjalankan stock deduction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Audit trail mencatat: agent → human → agent (downstream effects)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MCP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search_catalog — Search product catalog by name, SKU, or keyword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check_inventory — Check current stock for a specific product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calculate_order_total — Calculate total price for a proposed order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create_order_draft — Create pending order draft (no stock deduction, no approval)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Verified Demo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Order ID: ORD-20260927-35BD8E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Product: Sarung Tenun Samarinda (SKU: SRG-TNN-04)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Quantity: 1 | Price: Rp 520.000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Stock: 3 → 2 | Deduction: 1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Human approval: YES | Audit entries: 4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Agent tools used: search_catalog, create_order_draft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01 — agent: create_draft → pending_approval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02 — human: APPROVE_ORDER → approved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03 — agent: DEDUCT_STOCK → deducted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04 — agent: NOTIFY_CUSTOMER → 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Security &amp; Safety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Capability Boundary — Agent hanya mendapatkan tools yang diperlukan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Human Transaction Gate — Approval membutuhkan human action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No Direct Database Access — Agent tidak diberikan direct database capability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Auditability — Workflow menghasilkan audit trail dengan actor distinction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Least Privilege — Agent tidak diberi capability transaction berisiko tinggi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Why This Is Different From a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Traditional Chatbot: Generates text → TuntasUMKM: Uses business tools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Traditional Chatbot: Stateless response → TuntasUMKM: Multi-step workflow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Traditional Chatbot: No transaction boundary → TuntasUMKM: Human transaction gate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Traditional Chatbot: Limited observability → TuntasUMKM: Audit trail</a:t>
            </a:r>
          </a:p>
          <a:p>
            <a:pPr>
              <a:spcAft>
                <a:spcPts val="1600"/>
              </a:spcAft>
              <a:defRPr sz="2200">
                <a:solidFill>
                  <a:srgbClr val="D4D4D4"/>
                </a:solidFill>
              </a:defRPr>
            </a:pPr>
            <a:r>
              <a:t>Traditional Chatbot: Text output → TuntasUMKM: Business action preparation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</a:defRPr>
            </a:pPr>
            <a:r>
              <a:t>From Conversation to Business Action</a:t>
            </a:r>
            <a:br/>
            <a:br/>
            <a:r>
              <a:t>AI Agent + MCP + Human Approval + Auditability</a:t>
            </a:r>
            <a:br/>
            <a:br/>
            <a:r>
              <a:t>AI HackFest 2026 — Build Agent, Deliver Impact.</a:t>
            </a:r>
            <a:br/>
            <a:r>
              <a:t>Dari Percakapan, Jadi Penjualan.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