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UMKM menerima pesanan dari berbagai channel. Automation dapat membantu — tetapi keputusan transaksional membutuhkan kontrol yang jelas.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TuntasUMKM menggunakan AI Agent untuk bagian yang membutuhkan tool use, tetapi mempertahankan human approval pada transaction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Hermes Agent menjadi reasoning dan tool-use runtime. MCP menjadi capability boundary untuk tools yang diberikan kepada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memiliki kewenangan yang dibatasi. Transaction authority tetap berada pada backend + human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approval bukan sekadar UI decoration. Approval adalah transaction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Keempat tools tersebut AVAILABLE. Tidak semua tools dipanggil pada setiap workflow. Agent memilih tools yang diperlukan berdasarkan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trail: agent create_draft, human APPROVE_ORDER, agent DEDUCT_STOCK, agent NOTIFY_CUSTOMER.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trail mencatat bukan hanya apa yang terjadi, tetapi juga actor yang tercatat pada setiap tahap.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designed around bounded authority, human approval, and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TuntasUMKM bukan sekadar chatbot yang menghasilkan teks.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dibuat oleh agent. Keputusan transaksi tetap berada pada manusia. Efek bisnis dijalankan backend setelah approval. Dan seluruh proses dicatat dalam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TUNTASUMKM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Agent-assisted order management</a:t>
            </a:r>
          </a:p>
          <a:p>
            <a:r>
              <a:t>with bounded authority and Human-in-the-Loop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UMKM menerima pesanan dari berbagai channel — WhatsApp, Instagram, Tokopedia</a:t>
            </a:r>
          </a:p>
          <a:p>
            <a:pPr/>
            <a:r>
              <a:rPr/>
              <a:t>Automation dapat membantu memahami dan menyiapkan pesanan</a:t>
            </a:r>
          </a:p>
          <a:p>
            <a:pPr/>
            <a:r>
              <a:rPr/>
              <a:t>Keputusan transaksional membutuhkan kontrol yang jelas</a:t>
            </a:r>
          </a:p>
          <a:p>
            <a:pPr/>
            <a:r>
              <a:rPr/>
              <a:t>AI chatbot biasa menghasilkan jawaban, bukan menjalankan workflow bisnis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User → Hermes Agent → MCP → Bounded Tools → Order Draft</a:t>
            </a:r>
          </a:p>
          <a:p>
            <a:pPr/>
            <a:r>
              <a:rPr/>
              <a:t>Human Approval → Backend Transaction → Audit Trail</a:t>
            </a:r>
          </a:p>
          <a:p>
            <a:pPr/>
            <a:r>
              <a:rPr/>
              <a:t>Agent tidak memiliki akses langsung ke database atau fungsi transaksi berisiko tinggi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Bounded Authority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Available: search_catalog, check_inventory, calculate_order_total, create_order_draft</a:t>
            </a:r>
          </a:p>
          <a:p>
            <a:pPr/>
            <a:r>
              <a:rPr/>
              <a:t>Not Available: approve_order, reject_order, deduct_stock, send_customer_message</a:t>
            </a:r>
          </a:p>
          <a:p>
            <a:pPr/>
            <a:r>
              <a:rPr/>
              <a:t>Agent tidak memiliki capability langsung untuk melakukan transaksi berisiko tinggi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Agent membuat draft order (status: pending_approval)</a:t>
            </a:r>
          </a:p>
          <a:p>
            <a:pPr/>
            <a:r>
              <a:rPr/>
              <a:t>Human melihat confirmation dialog dengan detail order dan konsekuensi</a:t>
            </a:r>
          </a:p>
          <a:p>
            <a:pPr/>
            <a:r>
              <a:rPr/>
              <a:t>Human melakukan approval melalui dashboard UI</a:t>
            </a:r>
          </a:p>
          <a:p>
            <a:pPr/>
            <a:r>
              <a:rPr/>
              <a:t>Backend menjalankan stock deduction</a:t>
            </a:r>
          </a:p>
          <a:p>
            <a:pPr/>
            <a:r>
              <a:rPr/>
              <a:t>Audit trail mencatat: agent → human → agent (downstream effects)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search_catalog — Search product catalog by name, SKU, or keyword</a:t>
            </a:r>
          </a:p>
          <a:p>
            <a:pPr/>
            <a:r>
              <a:rPr/>
              <a:t>check_inventory — Check current stock for a specific product</a:t>
            </a:r>
          </a:p>
          <a:p>
            <a:pPr/>
            <a:r>
              <a:rPr/>
              <a:t>calculate_order_total — Calculate total price for a proposed order</a:t>
            </a:r>
          </a:p>
          <a:p>
            <a:pPr/>
            <a:r>
              <a:rPr/>
              <a:t>create_order_draft — Create pending order draft (no stock deduction, no approval)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Verified Demo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Order ID: ORD-20260927-35BD8E</a:t>
            </a:r>
          </a:p>
          <a:p>
            <a:pPr/>
            <a:r>
              <a:rPr/>
              <a:t>Product: Sarung Tenun Samarinda (SKU: SRG-TNN-04)</a:t>
            </a:r>
          </a:p>
          <a:p>
            <a:pPr/>
            <a:r>
              <a:rPr/>
              <a:t>Quantity: 1 | Price: Rp 520.000</a:t>
            </a:r>
          </a:p>
          <a:p>
            <a:pPr/>
            <a:r>
              <a:rPr/>
              <a:t>Stock: 3 → 2 | Deduction: 1</a:t>
            </a:r>
          </a:p>
          <a:p>
            <a:pPr/>
            <a:r>
              <a:rPr/>
              <a:t>Human approval: YES | Audit entries: 4</a:t>
            </a:r>
          </a:p>
          <a:p>
            <a:pPr/>
            <a:r>
              <a:rPr/>
              <a:t>Agent tools used: search_catalog, create_order_draft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Trail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01 — agent: create_draft → pending_approval</a:t>
            </a:r>
          </a:p>
          <a:p>
            <a:pPr/>
            <a:r>
              <a:rPr/>
              <a:t>02 — human: APPROVE_ORDER → approved</a:t>
            </a:r>
          </a:p>
          <a:p>
            <a:pPr/>
            <a:r>
              <a:rPr/>
              <a:t>03 — agent: DEDUCT_STOCK → deducted</a:t>
            </a:r>
          </a:p>
          <a:p>
            <a:pPr/>
            <a:r>
              <a:rPr/>
              <a:t>04 — agent: NOTIFY_CUSTOMER → 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Safety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Capability Boundary — Agent hanya mendapatkan tools yang diperlukan</a:t>
            </a:r>
          </a:p>
          <a:p>
            <a:pPr/>
            <a:r>
              <a:rPr/>
              <a:t>Human Transaction Gate — Approval membutuhkan human action</a:t>
            </a:r>
          </a:p>
          <a:p>
            <a:pPr/>
            <a:r>
              <a:rPr/>
              <a:t>No Direct Database Access — Agent tidak diberikan direct database capability</a:t>
            </a:r>
          </a:p>
          <a:p>
            <a:pPr/>
            <a:r>
              <a:rPr/>
              <a:t>Auditability — Workflow menghasilkan audit trail dengan actor distinction</a:t>
            </a:r>
          </a:p>
          <a:p>
            <a:pPr/>
            <a:r>
              <a:rPr/>
              <a:t>Least Privilege — Agent tidak diberi capability transaction berisiko tinggi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Is Different From a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Traditional Chatbot: Generates text → TuntasUMKM: Uses business tools</a:t>
            </a:r>
          </a:p>
          <a:p>
            <a:pPr/>
            <a:r>
              <a:rPr/>
              <a:t>Traditional Chatbot: Stateless response → TuntasUMKM: Multi-step workflow</a:t>
            </a:r>
          </a:p>
          <a:p>
            <a:pPr/>
            <a:r>
              <a:rPr/>
              <a:t>Traditional Chatbot: No transaction boundary → TuntasUMKM: Human transaction gate</a:t>
            </a:r>
          </a:p>
          <a:p>
            <a:pPr/>
            <a:r>
              <a:rPr/>
              <a:t>Traditional Chatbot: Limited observability → TuntasUMKM: Audit trail</a:t>
            </a:r>
          </a:p>
          <a:p>
            <a:pPr/>
            <a:r>
              <a:rPr/>
              <a:t>Traditional Chatbot: Text output → TuntasUMKM: Business action preparation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TUNTASUMKM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Conversation to Business Action</a:t>
            </a:r>
          </a:p>
          <a:p/>
          <a:p>
            <a:r>
              <a:t>AI Agent + MCP + Human Approval + Auditability</a:t>
            </a:r>
          </a:p>
          <a:p/>
          <a:p>
            <a:r>
              <a:t>AI HackFest 2026 — Build Agent, Deliver Impact.</a:t>
            </a:r>
          </a:p>
          <a:p>
            <a:r>
              <a:t>Dari Percakapan, Jadi Penjualan.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